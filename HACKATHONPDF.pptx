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1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7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9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2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82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7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4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9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9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8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19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56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26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49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94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56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47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44359C-544C-4B0D-A097-91570A15415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BD47CD-96F9-4DC6-A30F-789170A9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1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google.com/url?sa=i&amp;url=https%3A%2F%2Fwww.istockphoto.com%2Fphotos%2Fcreative-thinking-business&amp;psig=AOvVaw07VJw7sL0HVMItYdm4tU-P&amp;ust=1760911081517000&amp;source=images&amp;cd=vfe&amp;opi=89978449&amp;ved=0CBUQjRxqFwoTCMDQjPverpADFQAAAAAdAAAAABAJ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BE4C-A0E8-CC46-0CA8-4636D244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DREAM CONNECT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1027" name="Picture 3" descr="263,500+ Creative Thinking Business Stock Photos, Pictures &amp; Royalty-Free  Images - iStock">
            <a:hlinkClick r:id="rId2"/>
            <a:extLst>
              <a:ext uri="{FF2B5EF4-FFF2-40B4-BE49-F238E27FC236}">
                <a16:creationId xmlns:a16="http://schemas.microsoft.com/office/drawing/2014/main" id="{670FC2C4-7B62-0175-991B-DAABC5539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854ED6C-7425-E649-D78D-850B509D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797071"/>
            <a:ext cx="5883666" cy="953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PRESENTED BY TEAM: </a:t>
            </a:r>
            <a:r>
              <a:rPr lang="en-US" sz="2800" dirty="0">
                <a:solidFill>
                  <a:schemeClr val="bg1"/>
                </a:solidFill>
              </a:rPr>
              <a:t>BUG BREAKERS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8EB4F-28C0-100A-2EF6-ADAFD9002BE9}"/>
              </a:ext>
            </a:extLst>
          </p:cNvPr>
          <p:cNvSpPr txBox="1"/>
          <p:nvPr/>
        </p:nvSpPr>
        <p:spPr>
          <a:xfrm>
            <a:off x="6096000" y="1422736"/>
            <a:ext cx="5407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DREAM CONNECT</a:t>
            </a:r>
          </a:p>
        </p:txBody>
      </p:sp>
    </p:spTree>
    <p:extLst>
      <p:ext uri="{BB962C8B-B14F-4D97-AF65-F5344CB8AC3E}">
        <p14:creationId xmlns:p14="http://schemas.microsoft.com/office/powerpoint/2010/main" val="237363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4653D81-564A-9743-8758-76A553B3F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62364" y="655862"/>
            <a:ext cx="69042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PROBLEM STATEMENT 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1FAB8-3E37-7AA7-5834-FFD0B638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8383"/>
            <a:ext cx="10018713" cy="3287729"/>
          </a:xfrm>
        </p:spPr>
        <p:txBody>
          <a:bodyPr/>
          <a:lstStyle/>
          <a:p>
            <a:r>
              <a:rPr lang="en-US" dirty="0"/>
              <a:t>Entrepreneurs face difficulties finding investors, co-founders, and team members</a:t>
            </a:r>
          </a:p>
          <a:p>
            <a:r>
              <a:rPr lang="en-US" dirty="0"/>
              <a:t>Investors struggle to discover startups that fit their interests</a:t>
            </a:r>
          </a:p>
          <a:p>
            <a:r>
              <a:rPr lang="en-US" dirty="0"/>
              <a:t>Existing platforms are fragmented, focusing only on funding or networking</a:t>
            </a:r>
          </a:p>
          <a:p>
            <a:r>
              <a:rPr lang="en-US" dirty="0"/>
              <a:t>Lack of a unified collaborative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012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CEB9-968F-D0CB-7B62-C7BA8045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267128"/>
            <a:ext cx="10018713" cy="1633591"/>
          </a:xfrm>
        </p:spPr>
        <p:txBody>
          <a:bodyPr>
            <a:normAutofit/>
          </a:bodyPr>
          <a:lstStyle/>
          <a:p>
            <a:r>
              <a:rPr lang="en-US" sz="4800" b="1" dirty="0"/>
              <a:t>OUR SOLUTION: </a:t>
            </a:r>
            <a:r>
              <a:rPr lang="en-US" sz="4800" b="1" dirty="0">
                <a:solidFill>
                  <a:srgbClr val="0070C0"/>
                </a:solidFill>
              </a:rPr>
              <a:t>DREAM CONNECT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2DBD-53D8-0229-82F9-4141A649D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010" y="1037691"/>
            <a:ext cx="12863245" cy="5134510"/>
          </a:xfrm>
        </p:spPr>
        <p:txBody>
          <a:bodyPr>
            <a:normAutofit/>
          </a:bodyPr>
          <a:lstStyle/>
          <a:p>
            <a:r>
              <a:rPr lang="en-US" dirty="0"/>
              <a:t>Dream Connect offers an integrated platform</a:t>
            </a:r>
          </a:p>
          <a:p>
            <a:r>
              <a:rPr lang="en-US" dirty="0"/>
              <a:t>Connects investors, entrepreneurs, and team members</a:t>
            </a:r>
          </a:p>
          <a:p>
            <a:r>
              <a:rPr lang="en-US" dirty="0"/>
              <a:t>Promotes collaboration, idea exchange, and efficient team formation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TARGET AUDIENCE :</a:t>
            </a:r>
          </a:p>
          <a:p>
            <a:r>
              <a:rPr lang="en-US" dirty="0"/>
              <a:t>INVESTORS</a:t>
            </a:r>
          </a:p>
          <a:p>
            <a:r>
              <a:rPr lang="en-US" dirty="0"/>
              <a:t>ENTREPRENEURS</a:t>
            </a:r>
          </a:p>
          <a:p>
            <a:r>
              <a:rPr lang="en-US" dirty="0"/>
              <a:t>TEAM COLLOBORATORS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0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4E95-5411-FC1A-32EC-00A59176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82194"/>
            <a:ext cx="6909676" cy="1469204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OBJECTIVE AND VISION: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6398-5276-0986-41F5-2F4D488C3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263721"/>
            <a:ext cx="5779518" cy="4527479"/>
          </a:xfrm>
        </p:spPr>
        <p:txBody>
          <a:bodyPr/>
          <a:lstStyle/>
          <a:p>
            <a:r>
              <a:rPr lang="en-US" dirty="0"/>
              <a:t>To build a unified platform connecting entrepreneurs, investors, and talented team members.</a:t>
            </a:r>
          </a:p>
          <a:p>
            <a:r>
              <a:rPr lang="en-US" dirty="0"/>
              <a:t>Foster an ecosystem where ideas, funding, and skills come together seamlessly.</a:t>
            </a:r>
          </a:p>
          <a:p>
            <a:r>
              <a:rPr lang="en-US" dirty="0"/>
              <a:t>Empower startups to grow faster and investors to find the best early-stage opportunities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C3358-9B37-671D-B90E-38CA41763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2" t="8177" b="-16005"/>
          <a:stretch>
            <a:fillRect/>
          </a:stretch>
        </p:blipFill>
        <p:spPr>
          <a:xfrm>
            <a:off x="6863137" y="1438383"/>
            <a:ext cx="5328863" cy="479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9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4F93-15E9-4495-3D00-85728FDF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22625"/>
            <a:ext cx="5687051" cy="1215774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PLATFORM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9A9D-79B4-8F36-13E5-EEB7D36B8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AI-powered matching for projects, investors, and teammates.</a:t>
            </a:r>
          </a:p>
          <a:p>
            <a:r>
              <a:rPr lang="en-US" dirty="0"/>
              <a:t>Interactive project boards for collaboration and progress tracking.</a:t>
            </a:r>
          </a:p>
          <a:p>
            <a:r>
              <a:rPr lang="en-US" dirty="0"/>
              <a:t>Secure messaging system for confidential discussions.</a:t>
            </a:r>
          </a:p>
          <a:p>
            <a:r>
              <a:rPr lang="en-US" dirty="0"/>
              <a:t>Role-specific dashboards for entrepreneurs, investors, and team members.</a:t>
            </a:r>
          </a:p>
          <a:p>
            <a:r>
              <a:rPr lang="en-US" dirty="0"/>
              <a:t>Real-time notifications to keep everyone updated.</a:t>
            </a:r>
          </a:p>
          <a:p>
            <a:r>
              <a:rPr lang="en-US" dirty="0"/>
              <a:t>Multilingual platform.</a:t>
            </a:r>
          </a:p>
          <a:p>
            <a:r>
              <a:rPr lang="en-US" dirty="0"/>
              <a:t>AI assistant and </a:t>
            </a:r>
            <a:r>
              <a:rPr lang="en-US" dirty="0" err="1"/>
              <a:t>whatsapp</a:t>
            </a:r>
            <a:r>
              <a:rPr lang="en-US" dirty="0"/>
              <a:t> chat facilities .</a:t>
            </a:r>
          </a:p>
        </p:txBody>
      </p:sp>
    </p:spTree>
    <p:extLst>
      <p:ext uri="{BB962C8B-B14F-4D97-AF65-F5344CB8AC3E}">
        <p14:creationId xmlns:p14="http://schemas.microsoft.com/office/powerpoint/2010/main" val="49018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1217-E116-BFA6-D687-B1931C4B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998" y="92468"/>
            <a:ext cx="4376790" cy="75001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WORK FLOW: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3328F4-0872-4745-5416-17B6519D9C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" t="9147" r="7322" b="9952"/>
          <a:stretch>
            <a:fillRect/>
          </a:stretch>
        </p:blipFill>
        <p:spPr>
          <a:xfrm>
            <a:off x="1619894" y="1505163"/>
            <a:ext cx="4380214" cy="432542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32121-3974-3E41-BD98-0CF43509D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7833" y="739740"/>
            <a:ext cx="10541285" cy="647271"/>
          </a:xfrm>
        </p:spPr>
        <p:txBody>
          <a:bodyPr>
            <a:normAutofit fontScale="40000" lnSpcReduction="20000"/>
          </a:bodyPr>
          <a:lstStyle/>
          <a:p>
            <a:r>
              <a:rPr lang="en-US" sz="5800" dirty="0"/>
              <a:t>All users interact in dedicated workspaces to build projects together.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FD767-9756-09C2-EC9B-ECC2DD206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48" t="18876" r="1360" b="18052"/>
          <a:stretch>
            <a:fillRect/>
          </a:stretch>
        </p:blipFill>
        <p:spPr>
          <a:xfrm>
            <a:off x="6267235" y="1505164"/>
            <a:ext cx="5517219" cy="432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F28A-5B9F-037E-CD2C-2602E36D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458C3-1208-AF46-B186-99000EA9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Front-end</a:t>
            </a:r>
            <a:r>
              <a:rPr lang="en-US" dirty="0"/>
              <a:t>: React.js or Angular for a dynamic user interface.</a:t>
            </a:r>
          </a:p>
          <a:p>
            <a:r>
              <a:rPr lang="en-US" b="1" dirty="0"/>
              <a:t>Back-end</a:t>
            </a:r>
            <a:r>
              <a:rPr lang="en-US" dirty="0"/>
              <a:t>: Node.js or Django for scalable server logic.</a:t>
            </a:r>
          </a:p>
          <a:p>
            <a:r>
              <a:rPr lang="en-US" b="1" dirty="0"/>
              <a:t>Database</a:t>
            </a:r>
            <a:r>
              <a:rPr lang="en-US" dirty="0"/>
              <a:t>: MySQL or MongoDB for reliable, secure data storage.</a:t>
            </a:r>
          </a:p>
          <a:p>
            <a:r>
              <a:rPr lang="en-US" b="1" dirty="0"/>
              <a:t>Cloud Hosting</a:t>
            </a:r>
            <a:r>
              <a:rPr lang="en-US" dirty="0"/>
              <a:t>: AWS or Firebase for high performance and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840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AB05-75D2-7DAF-03FF-24FCDD8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BENEFITS &amp; VALUE PREPOSITION: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BB56F-1DD1-8429-503B-AB3EDBADF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337729" cy="3124201"/>
          </a:xfrm>
        </p:spPr>
        <p:txBody>
          <a:bodyPr/>
          <a:lstStyle/>
          <a:p>
            <a:r>
              <a:rPr lang="en-US" dirty="0"/>
              <a:t>Faster team and startup formation</a:t>
            </a:r>
          </a:p>
          <a:p>
            <a:r>
              <a:rPr lang="en-US" dirty="0"/>
              <a:t>Easier discovery for investors and founders</a:t>
            </a:r>
          </a:p>
          <a:p>
            <a:r>
              <a:rPr lang="en-US" dirty="0"/>
              <a:t>Improved collaboration, communication, and success rates</a:t>
            </a:r>
          </a:p>
          <a:p>
            <a:r>
              <a:rPr lang="en-US" dirty="0"/>
              <a:t>Builds a thriving startup network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9E2D7-EE71-49CA-15D0-06E7B0CC1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68"/>
          <a:stretch>
            <a:fillRect/>
          </a:stretch>
        </p:blipFill>
        <p:spPr>
          <a:xfrm>
            <a:off x="6585735" y="2297130"/>
            <a:ext cx="5337728" cy="389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9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4AE5-98CC-3674-6A25-4C578EF6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102741"/>
            <a:ext cx="7680237" cy="1407560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 b="1" dirty="0">
                <a:solidFill>
                  <a:srgbClr val="0070C0"/>
                </a:solidFill>
              </a:rPr>
              <a:t>DREAM CONNECT </a:t>
            </a:r>
            <a:r>
              <a:rPr lang="en-US" dirty="0"/>
              <a:t>Is Unique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9A64F-FE2E-36F3-E5E0-26F96A437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054814"/>
            <a:ext cx="5430197" cy="5561743"/>
          </a:xfrm>
        </p:spPr>
        <p:txBody>
          <a:bodyPr>
            <a:normAutofit/>
          </a:bodyPr>
          <a:lstStyle/>
          <a:p>
            <a:r>
              <a:rPr lang="en-US" dirty="0"/>
              <a:t>All-in-one platform for funding, team-building, and idea sharing</a:t>
            </a:r>
          </a:p>
          <a:p>
            <a:r>
              <a:rPr lang="en-US" dirty="0"/>
              <a:t>Real-time collaboration among all stakeholders</a:t>
            </a:r>
          </a:p>
          <a:p>
            <a:r>
              <a:rPr lang="en-US" dirty="0"/>
              <a:t>AI-powered matching for entrepreneurs, investors, and team members</a:t>
            </a:r>
          </a:p>
          <a:p>
            <a:r>
              <a:rPr lang="en-US" dirty="0"/>
              <a:t>Builds lasting startup communities, unlike fragmented competitors</a:t>
            </a:r>
          </a:p>
          <a:p>
            <a:r>
              <a:rPr lang="en-US" dirty="0"/>
              <a:t>Also involves AI assistant and </a:t>
            </a:r>
            <a:r>
              <a:rPr lang="en-US" dirty="0" err="1"/>
              <a:t>whats</a:t>
            </a:r>
            <a:r>
              <a:rPr lang="en-US" dirty="0"/>
              <a:t> app chat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5A2ED-92B9-4AA3-FF9D-A99CEAA49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5" b="19101"/>
          <a:stretch>
            <a:fillRect/>
          </a:stretch>
        </p:blipFill>
        <p:spPr>
          <a:xfrm>
            <a:off x="6761803" y="1482902"/>
            <a:ext cx="5430197" cy="470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20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0C32-85AA-0E6C-8F7A-2E696803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3734961" cy="1752599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AE390-D9E5-30F7-6851-6312F386B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564257"/>
            <a:ext cx="10018713" cy="3124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DREAM CONNECT  </a:t>
            </a:r>
            <a:r>
              <a:rPr lang="en-US" dirty="0"/>
              <a:t>bridges crucial gaps in startup collaboration, funding, and team formation.</a:t>
            </a:r>
          </a:p>
          <a:p>
            <a:r>
              <a:rPr lang="en-US" dirty="0"/>
              <a:t>By uniting entrepreneurs, investors, and team members, it creates new opportunities for growth and innovation.</a:t>
            </a:r>
          </a:p>
          <a:p>
            <a:r>
              <a:rPr lang="en-US" dirty="0"/>
              <a:t>Our platform simplifies connections and empowers users to turn ideas into successful ventures.</a:t>
            </a:r>
          </a:p>
          <a:p>
            <a:r>
              <a:rPr lang="en-US" dirty="0"/>
              <a:t>Join us to build the future of entrepreneurship together!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58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99D0-304B-2DD5-1759-5A4505C9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972639"/>
            <a:ext cx="10018713" cy="1972638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THANK YOU</a:t>
            </a:r>
            <a:br>
              <a:rPr lang="en-US" sz="6600" dirty="0"/>
            </a:br>
            <a:r>
              <a:rPr lang="en-US" sz="66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1A44F-9415-E3BD-7B55-6409103DD295}"/>
              </a:ext>
            </a:extLst>
          </p:cNvPr>
          <p:cNvSpPr txBox="1"/>
          <p:nvPr/>
        </p:nvSpPr>
        <p:spPr>
          <a:xfrm>
            <a:off x="7972745" y="4756935"/>
            <a:ext cx="2938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TEAM MEMBERS</a:t>
            </a:r>
            <a:r>
              <a:rPr lang="en-US" dirty="0"/>
              <a:t>:</a:t>
            </a:r>
          </a:p>
          <a:p>
            <a:r>
              <a:rPr lang="en-US" dirty="0"/>
              <a:t>U BHULAKSHMI</a:t>
            </a:r>
          </a:p>
          <a:p>
            <a:r>
              <a:rPr lang="en-US" dirty="0"/>
              <a:t>S MAHATHI SIRI</a:t>
            </a:r>
          </a:p>
          <a:p>
            <a:r>
              <a:rPr lang="en-US" dirty="0"/>
              <a:t>  Y NARENDRA</a:t>
            </a:r>
          </a:p>
        </p:txBody>
      </p:sp>
    </p:spTree>
    <p:extLst>
      <p:ext uri="{BB962C8B-B14F-4D97-AF65-F5344CB8AC3E}">
        <p14:creationId xmlns:p14="http://schemas.microsoft.com/office/powerpoint/2010/main" val="3250997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168</TotalTime>
  <Words>409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DREAM CONNECT </vt:lpstr>
      <vt:lpstr>PROBLEM STATEMENT :</vt:lpstr>
      <vt:lpstr>OUR SOLUTION: DREAM CONNECT</vt:lpstr>
      <vt:lpstr>OBJECTIVE AND VISION:</vt:lpstr>
      <vt:lpstr>PLATFORM FEATURES:</vt:lpstr>
      <vt:lpstr>WORK FLOW:</vt:lpstr>
      <vt:lpstr>TECHNOLOGIES USED:</vt:lpstr>
      <vt:lpstr>BENEFITS &amp; VALUE PREPOSITION:</vt:lpstr>
      <vt:lpstr>Why DREAM CONNECT Is Unique ?</vt:lpstr>
      <vt:lpstr>CONCLUSION: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upputuri bhulakshmi</dc:creator>
  <cp:lastModifiedBy>upputuri bhulakshmi</cp:lastModifiedBy>
  <cp:revision>3</cp:revision>
  <dcterms:created xsi:type="dcterms:W3CDTF">2025-10-18T21:57:53Z</dcterms:created>
  <dcterms:modified xsi:type="dcterms:W3CDTF">2025-10-19T00:45:55Z</dcterms:modified>
</cp:coreProperties>
</file>